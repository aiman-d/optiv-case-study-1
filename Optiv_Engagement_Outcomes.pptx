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42B4C"/>
                </a:solidFill>
              </a:defRPr>
            </a:pPr>
            <a:r>
              <a:t>Expected Outcomes: Case Study 01 - Engagement with Optiv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Vendor AI Usage Analysis Solution</a:t>
            </a:r>
          </a:p>
          <a:p>
            <a:r>
              <a:t>Optiv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01 Functional Design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Flow: OSINT Source Collection to Risk Output</a:t>
            </a:r>
          </a:p>
          <a:p/>
          <a:p/>
          <a:p>
            <a:pPr lvl="1"/>
            <a:r>
              <a:t>1. Vendor Input: Reads 'Meridian_Vendor_Input.xlsx'.</a:t>
            </a:r>
          </a:p>
          <a:p>
            <a:pPr lvl="1"/>
            <a:r>
              <a:t>2. Criticality Engine (M1): Scores vendors deterministically to assign a Tier (Critical/High/Medium/Low).</a:t>
            </a:r>
          </a:p>
          <a:p>
            <a:pPr lvl="1"/>
            <a:r>
              <a:t>3. OSINT Collectors (M2): Crawls vendor's public footprint up to the allowed depth based on Tier. Caches snapshots.</a:t>
            </a:r>
          </a:p>
          <a:p>
            <a:pPr lvl="1"/>
            <a:r>
              <a:t>4. AI Signal Classifier (M3): Uses Keyword Pre-filter and LLM to classify AI signals and enforces exact verbatim quote matching.</a:t>
            </a:r>
          </a:p>
          <a:p>
            <a:pPr lvl="1"/>
            <a:r>
              <a:t>5. Aggregation &amp; Risk Engine (M4): Computes weighted score to determine AI Usage (Yes/No/Inconclusive) and Risk Level.</a:t>
            </a:r>
          </a:p>
          <a:p>
            <a:pPr lvl="1"/>
            <a:r>
              <a:t>6. Excel Export (M5): Appends findings to columns L-V in a copy of the workbook, adding an Evidence Log sheet.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02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Components &amp; Interactions</a:t>
            </a:r>
          </a:p>
          <a:p/>
          <a:p/>
          <a:p>
            <a:pPr lvl="1"/>
            <a:r>
              <a:t>M1 (src/criticality.py): config/rubric.yaml logic -&gt; (tier, rationale, depth)</a:t>
            </a:r>
          </a:p>
          <a:p>
            <a:pPr lvl="1"/>
            <a:r>
              <a:t>M2 (src/collectors.py): urllib.robotparser, trafilatura, local cache storage.</a:t>
            </a:r>
          </a:p>
          <a:p>
            <a:pPr lvl="1"/>
            <a:r>
              <a:t>M3 (src/classify.py): regex pre-filter -&gt; LLM prompt (JSON schema) -&gt; strict string matching for quotes.</a:t>
            </a:r>
          </a:p>
          <a:p>
            <a:pPr lvl="1"/>
            <a:r>
              <a:t>M4 (src/risk_export.py): formula: base_score × tier_weight × confidence_weight × service_linkage × recency.</a:t>
            </a:r>
          </a:p>
          <a:p>
            <a:pPr lvl="1"/>
            <a:r>
              <a:t>M5 (src/risk_export.py): shutil.copy -&gt; pandas write -&gt; output generation.</a:t>
            </a:r>
          </a:p>
          <a:p>
            <a:pPr lvl="1"/>
            <a:r>
              <a:t>App (app/main.py): Streamlit web interface orchestrating the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03 Source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Identifying &amp; Prioritizing OSINT Sources</a:t>
            </a:r>
          </a:p>
          <a:p/>
          <a:p/>
          <a:p>
            <a:pPr lvl="1"/>
            <a:r>
              <a:t>Approach: Respects robots.txt, 1.2s rate limits, public sources only. No login scraping.</a:t>
            </a:r>
          </a:p>
          <a:p>
            <a:pPr lvl="1"/>
            <a:r>
              <a:t>Source Tiers (/config/sources.yaml):</a:t>
            </a:r>
          </a:p>
          <a:p>
            <a:pPr lvl="2"/>
            <a:r>
              <a:t>Tier A (Direct): Product docs, AI policies, sub-processor lists.</a:t>
            </a:r>
          </a:p>
          <a:p>
            <a:pPr lvl="2"/>
            <a:r>
              <a:t>Tier B (Corroborating): Tech job postings, engineering blogs, GitHub/SDKs.</a:t>
            </a:r>
          </a:p>
          <a:p>
            <a:pPr lvl="2"/>
            <a:r>
              <a:t>Tier C (Contextual): Executive posts, press releases.</a:t>
            </a:r>
          </a:p>
          <a:p>
            <a:pPr lvl="2"/>
            <a:r>
              <a:t>Tier D (Noise): Generic buzzwords.</a:t>
            </a:r>
          </a:p>
          <a:p>
            <a:pPr lvl="1"/>
            <a:r>
              <a:t>Evidentiary Weight Logic: Signal weight = reliability × service-linkage × recency × independent corroboration.</a:t>
            </a:r>
          </a:p>
          <a:p>
            <a:pPr lvl="1"/>
            <a:r>
              <a:t>Tags: CONFIRMED, CORROBORATED, INDICATIVE, MARKETING-ONLY, NEGATIVE-FINDING, COVERAGE-GAP.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04 Criticality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 Scoring and Depth Policy</a:t>
            </a:r>
          </a:p>
          <a:p/>
          <a:p/>
          <a:p>
            <a:pPr lvl="1"/>
            <a:r>
              <a:t>Criteria (config/rubric.yaml): 5 anchored 0-3 scales + privileged-access modifier.</a:t>
            </a:r>
          </a:p>
          <a:p>
            <a:pPr lvl="2"/>
            <a:r>
              <a:t>Metrics: data_sensitivity, payment_flow, regulatory_exposure, operational_dependency, data_volume.</a:t>
            </a:r>
          </a:p>
          <a:p>
            <a:pPr lvl="1"/>
            <a:r>
              <a:t>Output Ratings (Tiers): Critical, High, Medium, Low.</a:t>
            </a:r>
          </a:p>
          <a:p>
            <a:pPr lvl="1"/>
            <a:r>
              <a:t>Depth Applied per Rating:</a:t>
            </a:r>
          </a:p>
          <a:p>
            <a:pPr lvl="2"/>
            <a:r>
              <a:t>Critical: Full sweep (docs, trust center, AI policy, jobs, filings, exec channels).</a:t>
            </a:r>
          </a:p>
          <a:p>
            <a:pPr lvl="2"/>
            <a:r>
              <a:t>High: Product docs, trust center, jobs, filings.</a:t>
            </a:r>
          </a:p>
          <a:p>
            <a:pPr lvl="2"/>
            <a:r>
              <a:t>Medium: Website, docs, jobs.</a:t>
            </a:r>
          </a:p>
          <a:p>
            <a:pPr lvl="2"/>
            <a:r>
              <a:t>Low: Trust center / AI-policy check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05 Working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Execution Interface</a:t>
            </a:r>
          </a:p>
          <a:p/>
          <a:p/>
          <a:p>
            <a:pPr lvl="1"/>
            <a:r>
              <a:t>Custom UI Built With Streamlit (app/main.py)</a:t>
            </a:r>
          </a:p>
          <a:p>
            <a:pPr lvl="1"/>
            <a:r>
              <a:t>User Flow:</a:t>
            </a:r>
          </a:p>
          <a:p>
            <a:pPr lvl="2"/>
            <a:r>
              <a:t>Upload 'Meridian_Vendor_Input.xlsx'.</a:t>
            </a:r>
          </a:p>
          <a:p>
            <a:pPr lvl="2"/>
            <a:r>
              <a:t>Choose LLM provider (mock or OpenAI) via env vars.</a:t>
            </a:r>
          </a:p>
          <a:p>
            <a:pPr lvl="2"/>
            <a:r>
              <a:t>Click 'Run Pipeline'.</a:t>
            </a:r>
          </a:p>
          <a:p>
            <a:pPr lvl="2"/>
            <a:r>
              <a:t>View per-vendor evidence cards (tag, tier, verbatim quote, source URL, retrieval date).</a:t>
            </a:r>
          </a:p>
          <a:p>
            <a:pPr lvl="2"/>
            <a:r>
              <a:t>Download populated output workbook.</a:t>
            </a:r>
          </a:p>
          <a:p>
            <a:pPr lvl="1"/>
            <a:r>
              <a:t>Alternative Interface: Google Colab / Jupyter Notebook (notebooks/pipeline_demo.py) for full pipeline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