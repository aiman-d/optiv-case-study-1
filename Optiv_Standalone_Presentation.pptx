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142B4C"/>
                </a:solidFill>
              </a:defRPr>
            </a:pPr>
            <a:r>
              <a:t>Vendor AI Usage Analysis Tool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Project Overview &amp; Outcomes</a:t>
            </a:r>
          </a:p>
          <a:p>
            <a:r>
              <a:t>Designed for Standalone Review</a:t>
            </a:r>
          </a:p>
          <a:p>
            <a:r>
              <a:t>Optiv Consulting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ED6B2D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>
                <a:solidFill>
                  <a:srgbClr val="142B4C"/>
                </a:solidFill>
              </a:defRPr>
            </a:pPr>
            <a:r>
              <a:t>Automated OSINT-Driven Vendor Assessment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This project delivers a fully automated, evidence-driven tool to determine whether third-party vendors are utilizing Artificial Intelligence within the services they provide to Meridian Financial.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To ensure compliance and respect vendor boundaries, the tool relies 100% on Open Source Intelligence (OSINT). We do not contact the vendors directly, bypass paywalls, or scrape authenticated platforms.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The system reads a list of vendors, determines their criticality to the business, automatically scours the internet for relevant documents, uses an LLM to identify verbatim proof of AI usage, and outputs a classified risk report.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ED6B2D"/>
                </a:solidFill>
              </a:defRPr>
            </a:pPr>
            <a:r>
              <a:t>01. Determining Vendor Criticality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>
                <a:solidFill>
                  <a:srgbClr val="142B4C"/>
                </a:solidFill>
              </a:defRPr>
            </a:pPr>
            <a:r>
              <a:t>Role: Judge how critical each vendor is based on strict, repeatable criteria.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Not all vendors require the same level of scrutiny. We built a 'Criticality Engine' (Module 1) that evaluates vendors using a deterministic scoring rubric (0-3 scales). This ensures another analyst would always arrive at the same rating.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The criteria evaluated include:</a:t>
            </a:r>
            <a:br/>
            <a:r>
              <a:t>• Data Sensitivity (e.g., access to full customer master vs. no data)</a:t>
            </a:r>
            <a:br/>
            <a:r>
              <a:t>• Payment-Flow Involvement (e.g., core account processing vs. indirect)</a:t>
            </a:r>
            <a:br/>
            <a:r>
              <a:t>• Regulatory Exposure &amp; Operational Dependency</a:t>
            </a:r>
            <a:br/>
            <a:r>
              <a:t>• Data Volume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Based on these scores, vendors are assigned a final Criticality Rating: Critical, High, Medium, or 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ED6B2D"/>
                </a:solidFill>
              </a:defRPr>
            </a:pPr>
            <a:r>
              <a:t>02. Setting Assessment Depth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>
                <a:solidFill>
                  <a:srgbClr val="142B4C"/>
                </a:solidFill>
              </a:defRPr>
            </a:pPr>
            <a:r>
              <a:t>Role: Decide how much assessment depth each level of criticality warrants.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The Criticality Rating directly drives the 'Depth Policy'—how hard we look for evidence. This optimizes computing resources and assessment time, ensuring we don't over-investigate low-risk vendors.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Depth by Tier:</a:t>
            </a:r>
            <a:br/>
            <a:r>
              <a:t>• Critical: Full internet sweep (product docs, trust centers, AI policies, security pages, technical job postings, engineering blogs, GitHub/API docs, regulatory filings, press releases, executive channels).</a:t>
            </a:r>
            <a:br/>
            <a:r>
              <a:t>• High: Product docs, trust centers, jobs, and filings.</a:t>
            </a:r>
            <a:br/>
            <a:r>
              <a:t>• Medium: General website, basic docs, and jobs.</a:t>
            </a:r>
            <a:br/>
            <a:r>
              <a:t>• Low: Trust center and AI-policy check only.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ED6B2D"/>
                </a:solidFill>
              </a:defRPr>
            </a:pPr>
            <a:r>
              <a:t>03. Source Identification &amp;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>
                <a:solidFill>
                  <a:srgbClr val="142B4C"/>
                </a:solidFill>
              </a:defRPr>
            </a:pPr>
            <a:r>
              <a:t>Role: Identify OSINT sources that reveal genuine AI usage and apply evidentiary weight.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We developed a structured Source Strategy that prioritizes high-confidence evidence. A large vendor might use AI internally (e.g., HR), but we must determine if AI is used *in the specific service* Meridian buys.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We categorized sources into four tiers:</a:t>
            </a:r>
            <a:br/>
            <a:r>
              <a:t>• Tier A (Direct): Product docs, sub-processor lists, AI policies (Highest Weight)</a:t>
            </a:r>
            <a:br/>
            <a:r>
              <a:t>• Tier B (Corroborating): Tech jobs, engineering blogs, SDKs</a:t>
            </a:r>
            <a:br/>
            <a:r>
              <a:t>• Tier C (Contextual): Executive posts, press releases</a:t>
            </a:r>
            <a:br/>
            <a:r>
              <a:t>• Tier D (Noise): Generic marketing buzzwords (Ignored)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The system calculates a Signal Weight = Reliability × Service-Linkage × Recency × Corroboration. A critical rule is enforced: Every piece of evidence must be an exact, verbatim quote from the source document to prevent AI hallucinations.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ED6B2D"/>
                </a:solidFill>
              </a:defRPr>
            </a:pPr>
            <a:r>
              <a:t>04. Capability Build: Functional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>
                <a:solidFill>
                  <a:srgbClr val="142B4C"/>
                </a:solidFill>
              </a:defRPr>
            </a:pPr>
            <a:r>
              <a:t>Role: Scrape, extract, analyze, classify, and tag information while preserving traceability.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The Functional Flow represents the journey of data through the system: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1. Input: Reads 'Meridian_Vendor_Input.xlsx'.</a:t>
            </a:r>
            <a:br/>
            <a:r>
              <a:t>2. M1 (Criticality Engine): Scores the vendor to assign a Tier and Depth.</a:t>
            </a:r>
            <a:br/>
            <a:r>
              <a:t>3. M2 (OSINT Collectors): Crawls public footprints respecting robots.txt (1.2s rate limits) and saves cached snapshots of every page.</a:t>
            </a:r>
            <a:br/>
            <a:r>
              <a:t>4. M3 (AI Classifier): Uses regex pre-filtering and an LLM to classify AI signals. It enforces an 'exact substring check' to guarantee the quote is real.</a:t>
            </a:r>
            <a:br/>
            <a:r>
              <a:t>5. M4 &amp; M5 (Aggregation &amp; Export): Calculates the final Yes/No/Inconclusive risk score and exports to a new Excel file.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ED6B2D"/>
                </a:solidFill>
              </a:defRPr>
            </a:pPr>
            <a:r>
              <a:t>04. Capability Build: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>
                <a:solidFill>
                  <a:srgbClr val="142B4C"/>
                </a:solidFill>
              </a:defRPr>
            </a:pPr>
            <a:r>
              <a:t>Technical components and system interactions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Our architecture ensures modularity and testability. The system is orchestrated via a Streamlit web interface or Jupyter Notebooks.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Technical Highlights:</a:t>
            </a:r>
            <a:br/>
            <a:r>
              <a:t>• Data Collection: Powered by 'trafilatura' and 'BeautifulSoup' for robust text extraction. Any unreachable site is safely logged as a 'Coverage Gap', not a false negative.</a:t>
            </a:r>
            <a:br/>
            <a:r>
              <a:t>• Classification: Uses strict JSON schemas with LLMs (e.g., OpenAI) to extract: signal type, verbatim quote, AI mechanism, and data touched.</a:t>
            </a:r>
            <a:br/>
            <a:r>
              <a:t>• Storage: All downloaded pages are cached locally by URL hash, enabling fully offline demonstrations and complete audit trails.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ED6B2D"/>
                </a:solidFill>
              </a:defRPr>
            </a:pPr>
            <a:r>
              <a:t>05. Surface the Risk &amp; Working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>
                <a:solidFill>
                  <a:srgbClr val="142B4C"/>
                </a:solidFill>
              </a:defRPr>
            </a:pPr>
            <a:r>
              <a:t>Role: Surface resulting risks to support the vendor due diligence process.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The final stage (M4 Risk Engine) takes the verified AI signals and maps them to Meridian's risk framework (Critical/High/Medium/None).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Identified risks include:</a:t>
            </a:r>
            <a:br/>
            <a:r>
              <a:t>• Sensitive data exposed to AI models</a:t>
            </a:r>
            <a:br/>
            <a:r>
              <a:t>• Reliance on undisclosed AI sub-processors</a:t>
            </a:r>
            <a:br/>
            <a:r>
              <a:t>• Missing AI contract clauses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Working Demonstration:</a:t>
            </a:r>
            <a:br/>
            <a:r>
              <a:t>We have provided a Streamlit UI (app/main.py) and a Jupyter Notebook (pipeline_demo.py). These interfaces allow users to upload the vendor list, watch the analysis run in real-time with 'evidence cards' (showing verbatim quotes, source URLs, and retrieval dates), and download the final Excel report.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ED6B2D"/>
                </a:solidFill>
              </a:defRPr>
            </a:pPr>
            <a:r>
              <a:t>Final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400">
                <a:solidFill>
                  <a:srgbClr val="142B4C"/>
                </a:solidFill>
              </a:defRPr>
            </a:pPr>
            <a:r>
              <a:t>What the system produces for the user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1. The Output Excel File ('Meridian_Vendor_Output.xlsx'):</a:t>
            </a:r>
            <a:br/>
            <a:r>
              <a:t>The system copies the original input file byte-for-byte to preserve formatting, then safely populates columns L-V with the AI Usage Detection, Risk Classification, Rationale, and Recommended Actions.</a:t>
            </a:r>
          </a:p>
          <a:p>
            <a:pPr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2. The Evidence Log:</a:t>
            </a:r>
            <a:br/>
            <a:r>
              <a:t>A brand new 'Evidence Log' sheet is automatically appended to the workbook. This provides a complete audit trail containing the Source URL, Vendor Tier, Retrieval Date, Verbatim Excerpt, Classification Tag, and the cryptographic hash of the cached snapshot.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