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42B4C"/>
                </a:solidFill>
              </a:defRPr>
            </a:pPr>
            <a:r>
              <a:t>Expected Outcomes: Case Study 01</a:t>
            </a:r>
          </a:p>
          <a:p>
            <a:r>
              <a:t>Solution Guide &amp;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Vendor AI Usage Analysis Solution</a:t>
            </a:r>
          </a:p>
          <a:p>
            <a:r>
              <a:t>Optiv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Introduction to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Welcome to the Vendor AI Usage Analysis Tool Guide.</a:t>
            </a:r>
          </a:p>
          <a:p>
            <a:pPr/>
            <a:r>
              <a:t>This presentation will walk you through how our solution automatically assesses if third-party vendors are using AI.</a:t>
            </a:r>
          </a:p>
          <a:p>
            <a:pPr/>
            <a:r>
              <a:t>Key Principles:</a:t>
            </a:r>
          </a:p>
          <a:p>
            <a:pPr lvl="1"/>
            <a:r>
              <a:t>• 100% OSINT (Public Information) - We don't contact the vendor.</a:t>
            </a:r>
          </a:p>
          <a:p>
            <a:pPr lvl="1"/>
            <a:r>
              <a:t>• Verbatim Evidence - We only use exact quotes as proof.</a:t>
            </a:r>
          </a:p>
          <a:p>
            <a:pPr lvl="1"/>
            <a:r>
              <a:t>• Tiered Approach - We spend more time on riskier vendors.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01 Functional Design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data flows through our system from start to finish:</a:t>
            </a:r>
          </a:p>
          <a:p>
            <a:pPr/>
            <a:r>
              <a:t>Step 1: Input</a:t>
            </a:r>
          </a:p>
          <a:p>
            <a:pPr lvl="1"/>
            <a:r>
              <a:t>We take your list of vendors from 'Meridian_Vendor_Input.xlsx'.</a:t>
            </a:r>
          </a:p>
          <a:p>
            <a:pPr/>
            <a:r>
              <a:t>Step 2: Criticality Engine (M1)</a:t>
            </a:r>
          </a:p>
          <a:p>
            <a:pPr lvl="1"/>
            <a:r>
              <a:t>We grade how important each vendor is. Higher importance = deeper search.</a:t>
            </a:r>
          </a:p>
          <a:p>
            <a:pPr/>
            <a:r>
              <a:t>Step 3: Data Collection (M2)</a:t>
            </a:r>
          </a:p>
          <a:p>
            <a:pPr lvl="1"/>
            <a:r>
              <a:t>Our web crawler searches the internet for the vendor's documents.</a:t>
            </a:r>
          </a:p>
          <a:p>
            <a:pPr/>
            <a:r>
              <a:t>Step 4: AI Signal Classification (M3)</a:t>
            </a:r>
          </a:p>
          <a:p>
            <a:pPr lvl="1"/>
            <a:r>
              <a:t>We use AI to read the documents and find exact sentences proving AI usage.</a:t>
            </a:r>
          </a:p>
          <a:p>
            <a:pPr/>
            <a:r>
              <a:t>Step 5: Risk Engine &amp; Export (M4 &amp; M5)</a:t>
            </a:r>
          </a:p>
          <a:p>
            <a:pPr lvl="1"/>
            <a:r>
              <a:t>We calculate the final risk and write everything back into a new Excel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02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Technical Engine Room - What powers each step:</a:t>
            </a:r>
          </a:p>
          <a:p>
            <a:pPr/>
            <a:r>
              <a:t>M1 (Criticality Engine):</a:t>
            </a:r>
          </a:p>
          <a:p>
            <a:pPr lvl="1"/>
            <a:r>
              <a:t>Uses rules in 'config/rubric.yaml' to calculate a vendor's 'Tier'.</a:t>
            </a:r>
          </a:p>
          <a:p>
            <a:pPr/>
            <a:r>
              <a:t>M2 (OSINT Collectors):</a:t>
            </a:r>
          </a:p>
          <a:p>
            <a:pPr lvl="1"/>
            <a:r>
              <a:t>Safely browses websites using 'trafilatura' and respects 'robots.txt' to avoid being blocked.</a:t>
            </a:r>
          </a:p>
          <a:p>
            <a:pPr/>
            <a:r>
              <a:t>M3 (AI Signal Classifier):</a:t>
            </a:r>
          </a:p>
          <a:p>
            <a:pPr lvl="1"/>
            <a:r>
              <a:t>Uses an LLM (like GPT) to analyze text, but enforces a strict rule: the quote MUST exactly match the website.</a:t>
            </a:r>
          </a:p>
          <a:p>
            <a:pPr/>
            <a:r>
              <a:t>M4 (Aggregation &amp; Risk):</a:t>
            </a:r>
          </a:p>
          <a:p>
            <a:pPr lvl="1"/>
            <a:r>
              <a:t>Calculates a final score based on evidence strength, recency, and vendor tier.</a:t>
            </a:r>
          </a:p>
          <a:p>
            <a:pPr/>
            <a:r>
              <a:t>App Interface:</a:t>
            </a:r>
          </a:p>
          <a:p>
            <a:pPr lvl="1"/>
            <a:r>
              <a:t>Everything is tied together in a simple web app built with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03 Source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Where we look for evidence and how we prioritize it:</a:t>
            </a:r>
          </a:p>
          <a:p>
            <a:pPr/>
            <a:r>
              <a:t>Tier A (Direct Evidence):</a:t>
            </a:r>
          </a:p>
          <a:p>
            <a:pPr lvl="1"/>
            <a:r>
              <a:t>The most reliable. Product documentation, AI policies, sub-processor lists.</a:t>
            </a:r>
          </a:p>
          <a:p>
            <a:pPr/>
            <a:r>
              <a:t>Tier B (Corroborating Evidence):</a:t>
            </a:r>
          </a:p>
          <a:p>
            <a:pPr lvl="1"/>
            <a:r>
              <a:t>Technical job postings, engineering blogs, GitHub repositories.</a:t>
            </a:r>
          </a:p>
          <a:p>
            <a:pPr/>
            <a:r>
              <a:t>Tier C (Contextual Evidence):</a:t>
            </a:r>
          </a:p>
          <a:p>
            <a:pPr lvl="1"/>
            <a:r>
              <a:t>Executive posts, press releases, interviews.</a:t>
            </a:r>
          </a:p>
          <a:p>
            <a:pPr/>
            <a:r>
              <a:t>Tier D (Noise):</a:t>
            </a:r>
          </a:p>
          <a:p>
            <a:pPr lvl="1"/>
            <a:r>
              <a:t>Generic marketing buzzwords (we give this very little weight).</a:t>
            </a:r>
          </a:p>
          <a:p>
            <a:pPr/>
            <a:r>
              <a:t>Scoring System:</a:t>
            </a:r>
          </a:p>
          <a:p>
            <a:pPr lvl="1"/>
            <a:r>
              <a:t>We multiply the reliability of the source by how closely it links to the actual service being provided.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04 Criticality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we decide which vendors need the most scrutiny:</a:t>
            </a:r>
          </a:p>
          <a:p>
            <a:pPr/>
            <a:r>
              <a:t>The Scoring Rubric:</a:t>
            </a:r>
          </a:p>
          <a:p>
            <a:pPr lvl="1"/>
            <a:r>
              <a:t>We score vendors 0-3 on things like data sensitivity, payment flow, and operational dependency.</a:t>
            </a:r>
          </a:p>
          <a:p>
            <a:pPr/>
            <a:r>
              <a:t>The Resulting Tiers:</a:t>
            </a:r>
          </a:p>
          <a:p>
            <a:pPr lvl="1"/>
            <a:r>
              <a:t>Critical: Gets a 'Full Sweep' (docs, job postings, financial filings, exec channels).</a:t>
            </a:r>
          </a:p>
          <a:p>
            <a:pPr lvl="1"/>
            <a:r>
              <a:t>High: Checks product docs, trust center, jobs, and filings.</a:t>
            </a:r>
          </a:p>
          <a:p>
            <a:pPr lvl="1"/>
            <a:r>
              <a:t>Medium: Checks website, basic docs, and jobs.</a:t>
            </a:r>
          </a:p>
          <a:p>
            <a:pPr lvl="1"/>
            <a:r>
              <a:t>Low: Just a quick check of their trust center and AI policy.</a:t>
            </a:r>
          </a:p>
          <a:p>
            <a:pPr/>
            <a:r>
              <a:t>Why this matters: It saves time and resources by focusing on the highest risk vendors.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05 Working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to use the solution yourself:</a:t>
            </a:r>
          </a:p>
          <a:p>
            <a:pPr/>
            <a:r>
              <a:t>The User Interface:</a:t>
            </a:r>
          </a:p>
          <a:p>
            <a:pPr lvl="1"/>
            <a:r>
              <a:t>We built a simple dashboard. You don't need to be a programmer to use it.</a:t>
            </a:r>
          </a:p>
          <a:p>
            <a:pPr/>
            <a:r>
              <a:t>The Process:</a:t>
            </a:r>
          </a:p>
          <a:p>
            <a:pPr lvl="1"/>
            <a:r>
              <a:t>1. Upload your 'Meridian_Vendor_Input.xlsx' file into the app.</a:t>
            </a:r>
          </a:p>
          <a:p>
            <a:pPr lvl="1"/>
            <a:r>
              <a:t>2. Click 'Run Pipeline'.</a:t>
            </a:r>
          </a:p>
          <a:p>
            <a:pPr lvl="1"/>
            <a:r>
              <a:t>3. Watch as the tool shows 'evidence cards' for each vendor in real-time.</a:t>
            </a:r>
          </a:p>
          <a:p>
            <a:pPr lvl="1"/>
            <a:r>
              <a:t>4. Download the final, completed Excel workbook with all the answers filled in.</a:t>
            </a:r>
          </a:p>
          <a:p>
            <a:pPr/>
            <a:r>
              <a:t>Evidence Log:</a:t>
            </a:r>
          </a:p>
          <a:p>
            <a:pPr lvl="1"/>
            <a:r>
              <a:t>The final Excel file will have a new tab showing every exact quote and website link we found.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